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094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003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Computer-Implemented System and Method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Time-Series Forecasting of Screen Time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Mobile Application Usage Behavior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9451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an Intelligent Multi-Model Fusion Deep Learning Framework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1828800" y="2283894"/>
            <a:ext cx="5486400" cy="27432"/>
          </a:xfrm>
          <a:prstGeom prst="rect">
            <a:avLst/>
          </a:prstGeom>
          <a:solidFill>
            <a:srgbClr val="D0D5E8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6286" y="296869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Members: </a:t>
            </a:r>
          </a:p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Burra Praneeth (2303A52005)</a:t>
            </a:r>
          </a:p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Zaid Khizar (2303A52016)</a:t>
            </a:r>
          </a:p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Nithin Varma (2303A52011)</a:t>
            </a:r>
          </a:p>
          <a:p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Macharla Goutham (2303A52010)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   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3915" y="409716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Department: </a:t>
            </a: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CSE(AI-ML)</a:t>
            </a:r>
            <a:r>
              <a:rPr lang="en-US" sz="1400" dirty="0">
                <a:solidFill>
                  <a:srgbClr val="D0D5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|     </a:t>
            </a:r>
            <a:r>
              <a:rPr lang="en-US" sz="14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Institution: </a:t>
            </a: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SR University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1886" y="44759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DAD80-3BB7-FE7A-C5F4-76D4C7A7B94E}"/>
              </a:ext>
            </a:extLst>
          </p:cNvPr>
          <p:cNvSpPr txBox="1"/>
          <p:nvPr/>
        </p:nvSpPr>
        <p:spPr>
          <a:xfrm>
            <a:off x="3324497" y="3760649"/>
            <a:ext cx="303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 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Naresh Kumar Sripada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Smartphones have become central to modern life, yet excessive screen time poses serious risks to productivity and mental health.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systems only offer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descriptive analytics</a:t>
            </a:r>
            <a:r>
              <a:rPr lang="en-US" sz="13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they describe past usage but cannot predict future behavior.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Forecasting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①  Enables proactive digital wellbeing interventions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②  Supports productivity monitoring systems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③  Helps identify addictive usage patterns early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④  Provides data-driven insights for users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of the Invention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02920" cy="1600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81328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a system for predicting future screen time and mobile app usage behavior using time-series deep learning.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502920" cy="1600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1155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Multi-Model Fusion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81328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 prediction accuracy by integrating multiple deep learning models — LSTM, GRU, and CNN — via a fusion mechanism.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88920"/>
            <a:ext cx="502920" cy="1600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7889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Behavioral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264408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temporal and local patterns in user behavior data to extract meaningful insights for digital wellbeing.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88920"/>
            <a:ext cx="502920" cy="1600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788920"/>
            <a:ext cx="502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89864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Time-Series Focus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264408"/>
            <a:ext cx="3337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Utilize sequential time-series data for forecasting, capturing both long-term and short-term usage trends.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Stakeholders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Whom Is This Project Done?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91440" cy="60350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Individual Users: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138988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who wish to monitor and control their own smartphone usage for better mental health and productivity.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8503920" cy="603504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993392"/>
            <a:ext cx="91440" cy="60350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Healthcare Professionals: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20848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Psychiatrists and therapists tracking digital addiction in patients for clinical interventions.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88336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88336"/>
            <a:ext cx="91440" cy="60350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9806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Researchers &amp; Academics: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277977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Scholars studying human-computer interaction and behavioral analytics using AI.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8503920" cy="603504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83280"/>
            <a:ext cx="91440" cy="60350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9300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Enterprise / HR: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06040" y="34747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Organizations monitoring employee productivity and digital distraction in workplace settings.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078224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78224"/>
            <a:ext cx="91440" cy="603504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 Developers: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606040" y="416966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Developers who want to integrate predictive analytics into digital wellness applications.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 Languages, Tools &amp;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96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Programming Language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36245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Python 3.x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96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Frameworks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136245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TensorFlow / Keras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PyTorch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966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136245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Pandas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NumPy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Scikit-learn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8036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16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2826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Matplotlib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Seaborn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916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AI/ML Tools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32826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Jupyter Notebook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Google Colab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432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16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Version Control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63640" y="328269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▸  Git &amp; GitHub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Prompts Used to Generate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following AI prompts were used during development of the system: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325880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"Write Python code to collect and store screen time and app usage data as a time-series dataset."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74520"/>
            <a:ext cx="8503920" cy="521208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74520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74520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1938528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"Implement an LSTM model in Keras to forecast daily screen time from historical usage sequences."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87168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87168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2551176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"Build a GRU model to capture short-term patterns in mobile app usage time-series data."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099816"/>
            <a:ext cx="8503920" cy="521208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99816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099816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163824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"Create a 1D CNN model that extracts local usage pattern features from time-series input data."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3712464"/>
            <a:ext cx="850392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712464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712464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12464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76472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"Write a fusion layer that concatenates outputs from LSTM, GRU, and CNN and passes them to a Dense prediction layer."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325112"/>
            <a:ext cx="8503920" cy="521208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25112"/>
            <a:ext cx="502920" cy="521208"/>
          </a:xfrm>
          <a:prstGeom prst="rect">
            <a:avLst/>
          </a:prstGeom>
          <a:solidFill>
            <a:srgbClr val="C9982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4325112"/>
            <a:ext cx="502920" cy="521208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325112"/>
            <a:ext cx="502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389120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"Generate code to preprocess screen time data: normalize, create sliding window sequences, and split train/test."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Workflow —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(Screen Time &amp; App Usage)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640080" cy="0"/>
          </a:xfrm>
          <a:prstGeom prst="line">
            <a:avLst/>
          </a:prstGeom>
          <a:noFill/>
          <a:ln w="25400">
            <a:solidFill>
              <a:srgbClr val="C99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143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960120"/>
            <a:ext cx="192024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(Normalize, Sequence)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640080" cy="0"/>
          </a:xfrm>
          <a:prstGeom prst="line">
            <a:avLst/>
          </a:prstGeom>
          <a:noFill/>
          <a:ln w="25400">
            <a:solidFill>
              <a:srgbClr val="C99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192024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Extraction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(CNN)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640080" cy="0"/>
          </a:xfrm>
          <a:prstGeom prst="line">
            <a:avLst/>
          </a:prstGeom>
          <a:noFill/>
          <a:ln w="25400">
            <a:solidFill>
              <a:srgbClr val="C99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1430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960120"/>
            <a:ext cx="192024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960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Learning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  |  GRU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  ↓  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971800" y="2057400"/>
            <a:ext cx="3200400" cy="59436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0574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Module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(Concatenate CNN + LSTM + GRU Outputs)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971800" y="3063240"/>
            <a:ext cx="3200400" cy="548640"/>
          </a:xfrm>
          <a:prstGeom prst="rect">
            <a:avLst/>
          </a:prstGeom>
          <a:solidFill>
            <a:srgbClr val="243575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063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Neural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(Fully Connected Layer)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43200" y="4005072"/>
            <a:ext cx="3657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0" y="400507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(Future Screen Time &amp; App Usage)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 View — Web/Mobile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●  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96926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https://screentimeforecast.app/dashboard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ScreenTime AI   |   Dashboard   |   Predictions   |   Reports   |   Settings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256032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Today's Usage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0025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4h 32m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404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↑ 12% from yesterday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1691640"/>
            <a:ext cx="256032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Tomorrow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0025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3h 58m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2404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 Based on weekly trend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691640"/>
            <a:ext cx="2560320" cy="100584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Used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0025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24048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1h 42m today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834640"/>
            <a:ext cx="7955280" cy="777240"/>
          </a:xfrm>
          <a:prstGeom prst="rect">
            <a:avLst/>
          </a:prstGeom>
          <a:solidFill>
            <a:srgbClr val="EEF1F9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[ 7-Day Usage Forecast Chart — Line Graph (Actual vs Predicted)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Proof of Prompts Generating Code — Screenshots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Insert actual screenshots of AI tool outputs (e.g., ChatGPT / Copilot / Claude generating code)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023360" cy="14173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023360" cy="292608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Proof — LSTM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[Replace with actual screenshot]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→ LSTM Model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023360" cy="14173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61872"/>
            <a:ext cx="4023360" cy="292608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98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Proof — GRU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[Replace with actual screenshot]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→ GRU Model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023360" cy="14173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34640"/>
            <a:ext cx="4023360" cy="292608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712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Proof — CNN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[Replace with actual screenshot]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→ CNN Feature Extraction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023360" cy="1417320"/>
          </a:xfrm>
          <a:prstGeom prst="rect">
            <a:avLst/>
          </a:prstGeom>
          <a:solidFill>
            <a:srgbClr val="E8EAF6"/>
          </a:solidFill>
          <a:ln w="12700">
            <a:solidFill>
              <a:srgbClr val="D0D5E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4023360" cy="292608"/>
          </a:xfrm>
          <a:prstGeom prst="rect">
            <a:avLst/>
          </a:prstGeom>
          <a:solidFill>
            <a:srgbClr val="243575"/>
          </a:solidFill>
          <a:ln w="12700">
            <a:solidFill>
              <a:srgbClr val="2435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712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Proof — Fusion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32004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[Replace with actual screenshot]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 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Prompt → Fusion Layer Code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45720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F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 Time Forecasting using Deep Learning | Indian Patent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9982A"/>
          </a:solidFill>
          <a:ln w="12700">
            <a:solidFill>
              <a:srgbClr val="C99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Hochreiter, S. &amp; Schmidhuber, J. (1997). Long Short-Term Memory. Neural Computation, 9(8), 1735–1780.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Chung, J. et al. (2014). Empirical Evaluation of Gated Recurrent Neural Networks on Sequence Modeling. arXiv:1412.3555.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LeCun, Y. et al. (1998). Gradient-Based Learning Applied to Document Recognition. Proc. of the IEEE, 86(11), 2278–2324.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Hinton, G. et al. (2012). Deep Neural Networks for Acoustic Modeling in Speech Recognition. IEEE Signal Processing Magazine.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021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98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Indian Patent Application — 'System and Method for Time-Series Forecasting of Screen Time Using Multi-Model Fusion DL Framework' (2026).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WHO (2019). Guidelines on Physical Activity, Sedentary Behaviour and Sleep for Children under 5 years of age. World Health Organization.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979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 Time Forecasting - Patent Presentation</dc:title>
  <dc:subject>PptxGenJS Presentation</dc:subject>
  <dc:creator>PptxGenJS</dc:creator>
  <cp:lastModifiedBy>burra praneeth</cp:lastModifiedBy>
  <cp:revision>2</cp:revision>
  <dcterms:created xsi:type="dcterms:W3CDTF">2026-04-18T05:27:55Z</dcterms:created>
  <dcterms:modified xsi:type="dcterms:W3CDTF">2026-04-18T05:47:04Z</dcterms:modified>
</cp:coreProperties>
</file>